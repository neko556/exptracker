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4630400" cy="8229600"/>
  <p:notesSz cx="8229600" cy="146304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PT Serif" panose="020A0603040505020204" pitchFamily="18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34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2736"/>
            <a:ext cx="7556421" cy="308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50"/>
              </a:lnSpc>
              <a:buNone/>
            </a:pPr>
            <a:r>
              <a:rPr lang="en-US" sz="6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ExpenseTracker: AI-Powered Financial Management</a:t>
            </a:r>
            <a:endParaRPr lang="en-US" sz="6450" dirty="0"/>
          </a:p>
        </p:txBody>
      </p:sp>
      <p:sp>
        <p:nvSpPr>
          <p:cNvPr id="4" name="Text 1"/>
          <p:cNvSpPr/>
          <p:nvPr/>
        </p:nvSpPr>
        <p:spPr>
          <a:xfrm>
            <a:off x="6280190" y="435399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ExpenseTracker revolutionizes personal finance with AI-driven insights. Our innovative platform adapts to user behaviors, providing dynamic budget recommendations and real-time spending alerts.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69785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team:  1602-23-737-140 Dhanush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31590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   1602-23-737-178  </a:t>
            </a:r>
            <a:r>
              <a:rPr lang="en-US" sz="17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Srikeerthana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93396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   1602-23-737-184   Surya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8937"/>
            <a:ext cx="775989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Reinventing Budget Planning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2801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879056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budgeting tools use rigid, static spending limits. These fail to account for individual habits and changing financial situations.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2801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Our Solution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32928" y="3879056"/>
            <a:ext cx="3978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ExpenseTracker employs AI to analyze spending patterns and provide personalized recommendations. It adapts budgets in real-time, preventing overspending before it happens.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2801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Impact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872067" y="3879056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gain a deeper understanding of their finances. They make informed decisions, reducing stress and improving overall financial health.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86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098" y="3400425"/>
            <a:ext cx="8607623" cy="731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5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Comprehensive Project Overview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780098" y="4716780"/>
            <a:ext cx="501491" cy="5014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937260" y="4791908"/>
            <a:ext cx="187166" cy="351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504474" y="4716780"/>
            <a:ext cx="2925604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Monitoring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04474" y="5216128"/>
            <a:ext cx="56992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expenses as they occur, providing instant insights into spending habits and budget status.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6642" y="4716780"/>
            <a:ext cx="501491" cy="5014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7583805" y="4791908"/>
            <a:ext cx="187166" cy="351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750" dirty="0"/>
          </a:p>
        </p:txBody>
      </p:sp>
      <p:sp>
        <p:nvSpPr>
          <p:cNvPr id="10" name="Text 7"/>
          <p:cNvSpPr/>
          <p:nvPr/>
        </p:nvSpPr>
        <p:spPr>
          <a:xfrm>
            <a:off x="8151019" y="4716780"/>
            <a:ext cx="2925604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Income Management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151019" y="5216128"/>
            <a:ext cx="56992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Easily input and categorize multiple income streams for a complete financial picture.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0098" y="6402943"/>
            <a:ext cx="501491" cy="5014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937260" y="6478072"/>
            <a:ext cx="187166" cy="351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504474" y="6402943"/>
            <a:ext cx="3164324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AI-Powered Suggestions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504474" y="6902291"/>
            <a:ext cx="56992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personalized spending recommendations based on historical data and financial goals.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426642" y="6402943"/>
            <a:ext cx="501491" cy="5014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7583805" y="6478072"/>
            <a:ext cx="187166" cy="351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750" dirty="0"/>
          </a:p>
        </p:txBody>
      </p:sp>
      <p:sp>
        <p:nvSpPr>
          <p:cNvPr id="18" name="Text 15"/>
          <p:cNvSpPr/>
          <p:nvPr/>
        </p:nvSpPr>
        <p:spPr>
          <a:xfrm>
            <a:off x="8151019" y="6402943"/>
            <a:ext cx="2925604" cy="36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Adaptive Budgeting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151019" y="6902291"/>
            <a:ext cx="56992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Budgets automatically adjust to reflect changing spending patterns and income fluctuations.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453" y="601385"/>
            <a:ext cx="7613094" cy="143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5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Cutting-Edge Technology Stack</a:t>
            </a:r>
            <a:endParaRPr lang="en-US" sz="4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53" y="2364581"/>
            <a:ext cx="546735" cy="5467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453" y="3130034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765453" y="3619976"/>
            <a:ext cx="3642479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Versatile programming language powering our core logic and AI algorithms.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949" y="2364581"/>
            <a:ext cx="546735" cy="5467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35949" y="3130034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MySQL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4735949" y="3619976"/>
            <a:ext cx="3642598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Robust database system ensuring secure and efficient storage of user financial data.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453" y="5325904"/>
            <a:ext cx="546735" cy="5467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453" y="6091357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NumPy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765453" y="6581299"/>
            <a:ext cx="3642479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numerical computing library for complex financial calculations and data analysis.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949" y="5325904"/>
            <a:ext cx="546735" cy="5467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35949" y="6091357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Flask</a:t>
            </a:r>
            <a:endParaRPr lang="en-US" sz="2250" dirty="0"/>
          </a:p>
        </p:txBody>
      </p:sp>
      <p:sp>
        <p:nvSpPr>
          <p:cNvPr id="15" name="Text 8"/>
          <p:cNvSpPr/>
          <p:nvPr/>
        </p:nvSpPr>
        <p:spPr>
          <a:xfrm>
            <a:off x="4735949" y="6581299"/>
            <a:ext cx="3642598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Lightweight web framework enabling rapid development and deployment of our application.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131" y="526375"/>
            <a:ext cx="6707267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Object-Oriented Methodology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944404" y="1440537"/>
            <a:ext cx="22860" cy="6262568"/>
          </a:xfrm>
          <a:prstGeom prst="roundRect">
            <a:avLst>
              <a:gd name="adj" fmla="val 125464"/>
            </a:avLst>
          </a:prstGeom>
          <a:solidFill>
            <a:srgbClr val="D8D4D4"/>
          </a:solidFill>
          <a:ln/>
        </p:spPr>
      </p:sp>
      <p:sp>
        <p:nvSpPr>
          <p:cNvPr id="5" name="Shape 2"/>
          <p:cNvSpPr/>
          <p:nvPr/>
        </p:nvSpPr>
        <p:spPr>
          <a:xfrm>
            <a:off x="1148060" y="1859161"/>
            <a:ext cx="669131" cy="22860"/>
          </a:xfrm>
          <a:prstGeom prst="roundRect">
            <a:avLst>
              <a:gd name="adj" fmla="val 125464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740747" y="1655564"/>
            <a:ext cx="430173" cy="43017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875526" y="1720096"/>
            <a:ext cx="160496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007394" y="1631633"/>
            <a:ext cx="2509480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OOP Approach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2007394" y="2060019"/>
            <a:ext cx="646747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Leveraging object-oriented programming for modular, maintainable, and scalable code architecture.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48060" y="3472577"/>
            <a:ext cx="669131" cy="22860"/>
          </a:xfrm>
          <a:prstGeom prst="roundRect">
            <a:avLst>
              <a:gd name="adj" fmla="val 125464"/>
            </a:avLst>
          </a:prstGeom>
          <a:solidFill>
            <a:srgbClr val="D8D4D4"/>
          </a:solidFill>
          <a:ln/>
        </p:spPr>
      </p:sp>
      <p:sp>
        <p:nvSpPr>
          <p:cNvPr id="11" name="Shape 8"/>
          <p:cNvSpPr/>
          <p:nvPr/>
        </p:nvSpPr>
        <p:spPr>
          <a:xfrm>
            <a:off x="740747" y="3268980"/>
            <a:ext cx="430173" cy="43017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875526" y="3333512"/>
            <a:ext cx="160496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2007394" y="3245048"/>
            <a:ext cx="2509480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Classes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007394" y="3673435"/>
            <a:ext cx="646747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IncomeManager, ExpenseTracker, and BudgetAnalyzer form the backbone of our application.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48060" y="5085993"/>
            <a:ext cx="669131" cy="22860"/>
          </a:xfrm>
          <a:prstGeom prst="roundRect">
            <a:avLst>
              <a:gd name="adj" fmla="val 125464"/>
            </a:avLst>
          </a:prstGeom>
          <a:solidFill>
            <a:srgbClr val="D8D4D4"/>
          </a:solidFill>
          <a:ln/>
        </p:spPr>
      </p:sp>
      <p:sp>
        <p:nvSpPr>
          <p:cNvPr id="16" name="Shape 13"/>
          <p:cNvSpPr/>
          <p:nvPr/>
        </p:nvSpPr>
        <p:spPr>
          <a:xfrm>
            <a:off x="740747" y="4882396"/>
            <a:ext cx="430173" cy="43017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875526" y="4946928"/>
            <a:ext cx="160496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2007394" y="4858464"/>
            <a:ext cx="2509480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 Cases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2007394" y="5286851"/>
            <a:ext cx="646747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Seamlessly handle income input, expense tracking, budget analysis, and overspending alerts.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148060" y="6699409"/>
            <a:ext cx="669131" cy="22860"/>
          </a:xfrm>
          <a:prstGeom prst="roundRect">
            <a:avLst>
              <a:gd name="adj" fmla="val 125464"/>
            </a:avLst>
          </a:prstGeom>
          <a:solidFill>
            <a:srgbClr val="D8D4D4"/>
          </a:solidFill>
          <a:ln/>
        </p:spPr>
      </p:sp>
      <p:sp>
        <p:nvSpPr>
          <p:cNvPr id="21" name="Shape 18"/>
          <p:cNvSpPr/>
          <p:nvPr/>
        </p:nvSpPr>
        <p:spPr>
          <a:xfrm>
            <a:off x="740747" y="6495812"/>
            <a:ext cx="430173" cy="43017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2" name="Text 19"/>
          <p:cNvSpPr/>
          <p:nvPr/>
        </p:nvSpPr>
        <p:spPr>
          <a:xfrm>
            <a:off x="875526" y="6560344"/>
            <a:ext cx="160496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350" dirty="0"/>
          </a:p>
        </p:txBody>
      </p:sp>
      <p:sp>
        <p:nvSpPr>
          <p:cNvPr id="23" name="Text 20"/>
          <p:cNvSpPr/>
          <p:nvPr/>
        </p:nvSpPr>
        <p:spPr>
          <a:xfrm>
            <a:off x="2007394" y="6471880"/>
            <a:ext cx="2509480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Extensibility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2007394" y="6900267"/>
            <a:ext cx="646747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OOP design allows for easy integration of new features and AI enhancements.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5726"/>
            <a:ext cx="706278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Sophisticated Architecture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2130147"/>
            <a:ext cx="3664863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35696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Layer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07004" y="2865120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Securely captures user financial data, including income, expenses, and spending habits.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130147"/>
            <a:ext cx="3664863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235696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Logic Core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398681" y="2865120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 data through our expense tracking, budget adjustment, and AI suggestion engines.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770358"/>
            <a:ext cx="3664863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49971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 Interface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07004" y="55053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Delivers actionable insights, including budget changes, warnings, and personalized financial advice.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4770358"/>
            <a:ext cx="3664863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10398681" y="49971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Database Integration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0398681" y="55053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Utilizes long-term data storage for continuous learning and improvement of AI algorithms.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3191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Robust Code Structure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116336"/>
            <a:ext cx="7556421" cy="5081349"/>
          </a:xfrm>
          <a:prstGeom prst="roundRect">
            <a:avLst>
              <a:gd name="adj" fmla="val 6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2123956"/>
            <a:ext cx="75403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9057" y="2267664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546038" y="2267664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Function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059210" y="2267664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Method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01410" y="2774275"/>
            <a:ext cx="7540347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29057" y="2917984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IncomeManager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3546038" y="2917984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 tracking and modification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059210" y="2917984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update_income()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801410" y="3787497"/>
            <a:ext cx="7540347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29057" y="3931206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ExpenseTracker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3546038" y="3931206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Expense entry and categorization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059210" y="3931206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add_expense()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801410" y="4800719"/>
            <a:ext cx="7540347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29057" y="4944428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BudgetAnalyzer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3546038" y="4944428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analysis and adjustment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059210" y="4944428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adjust_budget()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801410" y="5813941"/>
            <a:ext cx="7540347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29057" y="5957649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AIAdvisor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3546038" y="5957649"/>
            <a:ext cx="205192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financial suggestions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6059210" y="5957649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generate_insight()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83" y="2549009"/>
            <a:ext cx="4999434" cy="313301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67795" y="535305"/>
            <a:ext cx="5110639" cy="638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Intuitive User Flow</a:t>
            </a:r>
            <a:endParaRPr lang="en-US" sz="40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795" y="1466017"/>
            <a:ext cx="973455" cy="155745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433191" y="1660684"/>
            <a:ext cx="2555319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Registration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7433191" y="2096810"/>
            <a:ext cx="6515814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sign-up process captures essential financial information and goals.</a:t>
            </a:r>
            <a:endParaRPr lang="en-US" sz="1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795" y="3023473"/>
            <a:ext cx="973455" cy="155745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433191" y="3218140"/>
            <a:ext cx="2555319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Input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7433191" y="3654266"/>
            <a:ext cx="6515814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easily log income and expenses through a user-friendly interface.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795" y="4580930"/>
            <a:ext cx="973455" cy="155745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433191" y="4775597"/>
            <a:ext cx="2555319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Analysis</a:t>
            </a:r>
            <a:endParaRPr lang="en-US" sz="2000" dirty="0"/>
          </a:p>
        </p:txBody>
      </p:sp>
      <p:sp>
        <p:nvSpPr>
          <p:cNvPr id="13" name="Text 6"/>
          <p:cNvSpPr/>
          <p:nvPr/>
        </p:nvSpPr>
        <p:spPr>
          <a:xfrm>
            <a:off x="7433191" y="5211723"/>
            <a:ext cx="6515814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algorithms process data to generate personalized insights and recommendations.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7795" y="6138386"/>
            <a:ext cx="973455" cy="155745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433191" y="6333053"/>
            <a:ext cx="2555319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Action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7433191" y="6769179"/>
            <a:ext cx="6515814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Informed by AI suggestions, users make smart financial decisions and adjust budgets.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A9923B34-9F1C-9B7E-24DB-FAA284CE2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07" y="613317"/>
            <a:ext cx="12636177" cy="673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9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6383"/>
            <a:ext cx="934045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Status and Future Roadmap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80761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Completed Milestones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40650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functionality implementation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4870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Expense tracking modules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9089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registration system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380761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 Progress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332928" y="440650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module refinement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484870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graph analysis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32928" y="529089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UI/UX enhancements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380761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Plans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872067" y="4406503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/>
              <a:t>Analysis based </a:t>
            </a:r>
            <a:r>
              <a:rPr lang="en-US" sz="1750" dirty="0"/>
              <a:t>on bank’s e-statements  </a:t>
            </a:r>
          </a:p>
        </p:txBody>
      </p:sp>
      <p:sp>
        <p:nvSpPr>
          <p:cNvPr id="13" name="Text 11"/>
          <p:cNvSpPr/>
          <p:nvPr/>
        </p:nvSpPr>
        <p:spPr>
          <a:xfrm>
            <a:off x="9872067" y="484870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 with banking APIs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872067" y="529089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Predictive financial modeling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527</Words>
  <Application>Microsoft Office PowerPoint</Application>
  <PresentationFormat>Custom</PresentationFormat>
  <Paragraphs>103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PT Serif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Surya Nelakantam</cp:lastModifiedBy>
  <cp:revision>2</cp:revision>
  <dcterms:created xsi:type="dcterms:W3CDTF">2024-11-07T05:32:00Z</dcterms:created>
  <dcterms:modified xsi:type="dcterms:W3CDTF">2024-11-07T05:39:27Z</dcterms:modified>
</cp:coreProperties>
</file>